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4f8ebad8b94d32" /><Relationship Type="http://schemas.openxmlformats.org/officeDocument/2006/relationships/extended-properties" Target="/docProps/app.xml" Id="Re232a79bd63c4fce" /><Relationship Type="http://schemas.openxmlformats.org/officeDocument/2006/relationships/officeDocument" Target="/ppt/presentation.xml" Id="R97885731d17f40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8d6c9874104d01"/>
  </p:sldMasterIdLst>
  <p:notesMasterIdLst>
    <p:notesMasterId xmlns:r="http://schemas.openxmlformats.org/officeDocument/2006/relationships" r:id="Rc35c3cdaa6f743ab"/>
  </p:notesMasterIdLst>
  <p:sldIdLst>
    <p:sldId xmlns:r="http://schemas.openxmlformats.org/officeDocument/2006/relationships" id="256" r:id="R5f1270af997a4c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d6c9874104d01" /><Relationship Type="http://schemas.openxmlformats.org/officeDocument/2006/relationships/theme" Target="/ppt/theme/theme1.xml" Id="R73d788b52d214f70" /><Relationship Type="http://schemas.openxmlformats.org/officeDocument/2006/relationships/notesMaster" Target="/ppt/notesMasters/notesMaster1.xml" Id="Rc35c3cdaa6f743ab" /><Relationship Type="http://schemas.openxmlformats.org/officeDocument/2006/relationships/presProps" Target="/ppt/presProps.xml" Id="Rbf4b17e4e3844892" /><Relationship Type="http://schemas.openxmlformats.org/officeDocument/2006/relationships/viewProps" Target="/ppt/viewProps.xml" Id="R8013e6bce7ee4e95" /><Relationship Type="http://schemas.openxmlformats.org/officeDocument/2006/relationships/tableStyles" Target="/ppt/tableStyles.xml" Id="R98991b2e11474698" /><Relationship Type="http://schemas.openxmlformats.org/officeDocument/2006/relationships/slide" Target="/ppt/slides/slide1.xml" Id="R5f1270af997a4c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5b7c30ecb4a43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2b9c3a5cbb491c" /><Relationship Type="http://schemas.openxmlformats.org/officeDocument/2006/relationships/notesMaster" Target="/ppt/notesMasters/notesMaster1.xml" Id="R11c342b0a4a942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655822fad4fb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f66db4bd0e94946" /><Relationship Type="http://schemas.openxmlformats.org/officeDocument/2006/relationships/slideLayout" Target="/ppt/slideLayouts/slideLayout2.xml" Id="R33bab4c6a228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bab4c6a228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3b1d90fb1949aa" /><Relationship Type="http://schemas.openxmlformats.org/officeDocument/2006/relationships/notesSlide" Target="/ppt/notesSlides/notesSlide1.xml" Id="R92755c48dacc4f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ADA6F3-4E7D-4EB5-8A12-C24CDE06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FF532-B3EB-48B7-99D9-A0B57DC2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7F1A6-E2F8-449F-9E58-2B646F27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EMULATOR 03 / RESERVED SLOT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BD71A-D60E-4857-8A1B-49EF83D4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90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에뮬레이터 03</a:t>
            </a:r>
          </a:p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연구슬롯 미정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A5FC0-11FC-49BF-8C78-BB845308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아직 물리 모델이 배정되지 않은 대기 슬롯이다. 새 기능이 시작되면 이 PPT에 연구 제목을 붙이고, 의미 있는 업데이트마다 슬라이드 1장을 추가한다.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1AE6F-BDDA-42B2-8D08-ED1AF93C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C4018-B486-429A-8096-5F6D9E5B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rPr>
              <a:t>운영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B931C-0968-49EA-9898-1769621C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1. 물리 효과를 하나만 배정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2. UI/검증은 독립 미니 창에서 확인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3. 결과 해석은 이 PPT에 누적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4. 본체 통합은 검증 후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A1B44-0455-4D65-AB9D-15ED08C5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409BB-337B-4B37-BE85-5FD97DFD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CEB30-091C-4E74-8778-798140A7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643DB-DA36-486F-AE11-873E350B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7B081-4293-400B-97F5-9F241639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44853-9A67-43C5-A916-57847188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F1E23-647B-421D-B3AF-6C720BA4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CEF93-6093-4554-A6EC-5E4713AD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01358-D932-4952-AA20-D2974B39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699AD-942C-4ACC-A79B-3DA61127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BA7FD-172A-471C-A2E9-DA32E694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36D83-6D10-4458-B655-3B07D03C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493B0-7671-4755-9EDE-3B0A69BF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36DCE-422F-4E6D-9A83-29C2F909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139F2-1DF0-4427-8F15-4946726E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EE2FA7-F8C1-4510-8265-24D3F810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DA76A-E534-4234-8F8B-EEA0636E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8BA31-3DCE-4B66-829F-B1C4018A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9B20B1-A749-4820-8382-77F0ACDD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8E098B-45A7-406D-8686-45DBC8E1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FB62AC-EDBF-4B42-8CD7-F3E7E03A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GapSim mini emulator research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32196A-C992-4C6F-B81B-7DB4D546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7296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2026-05-04T21:27:19.0390000Z</dcterms:created>
  <dcterms:modified xsi:type="dcterms:W3CDTF">2026-05-04T21:27:19.0390000Z</dcterms:modified>
</coreProperties>
</file>