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6326c4fa6d478a" /><Relationship Type="http://schemas.openxmlformats.org/officeDocument/2006/relationships/extended-properties" Target="/docProps/app.xml" Id="R481be062baa74fa7" /><Relationship Type="http://schemas.openxmlformats.org/officeDocument/2006/relationships/officeDocument" Target="/ppt/presentation.xml" Id="R7918ef5d202f47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c0f59001754602"/>
  </p:sldMasterIdLst>
  <p:notesMasterIdLst>
    <p:notesMasterId xmlns:r="http://schemas.openxmlformats.org/officeDocument/2006/relationships" r:id="R7fad44547ab041ff"/>
  </p:notesMasterIdLst>
  <p:sldIdLst>
    <p:sldId xmlns:r="http://schemas.openxmlformats.org/officeDocument/2006/relationships" id="256" r:id="R69bbabe5a8e64f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0f59001754602" /><Relationship Type="http://schemas.openxmlformats.org/officeDocument/2006/relationships/theme" Target="/ppt/theme/theme1.xml" Id="R57430e963dcd4f09" /><Relationship Type="http://schemas.openxmlformats.org/officeDocument/2006/relationships/notesMaster" Target="/ppt/notesMasters/notesMaster1.xml" Id="R7fad44547ab041ff" /><Relationship Type="http://schemas.openxmlformats.org/officeDocument/2006/relationships/presProps" Target="/ppt/presProps.xml" Id="R85ed7b614f9442fb" /><Relationship Type="http://schemas.openxmlformats.org/officeDocument/2006/relationships/viewProps" Target="/ppt/viewProps.xml" Id="Rf2e4954b6061417e" /><Relationship Type="http://schemas.openxmlformats.org/officeDocument/2006/relationships/tableStyles" Target="/ppt/tableStyles.xml" Id="R17612e7d2f0d478a" /><Relationship Type="http://schemas.openxmlformats.org/officeDocument/2006/relationships/slide" Target="/ppt/slides/slide1.xml" Id="R69bbabe5a8e64f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962d904308c43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89d8e60d3b4000" /><Relationship Type="http://schemas.openxmlformats.org/officeDocument/2006/relationships/notesMaster" Target="/ppt/notesMasters/notesMaster1.xml" Id="Racdde824811341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1e08ed0ff40c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3541bc311664336" /><Relationship Type="http://schemas.openxmlformats.org/officeDocument/2006/relationships/slideLayout" Target="/ppt/slideLayouts/slideLayout2.xml" Id="Rb963d0d4b03444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63d0d4b03444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3e4eac874d4c2d" /><Relationship Type="http://schemas.openxmlformats.org/officeDocument/2006/relationships/notesSlide" Target="/ppt/notesSlides/notesSlide1.xml" Id="R3ac98260141f4d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23BCDD-C10D-4D45-8C6C-93DA3DE9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2F4F3-0CEA-4901-AA41-F50C078B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21C05-66A7-4017-9E37-F7F440A7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EMULATOR 10 / RESERVED SLOT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8AA17-B454-4605-B797-0ED43D41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90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에뮬레이터 10</a:t>
            </a:r>
          </a:p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연구슬롯 미정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1D1BA-53DE-4AA5-95BC-984008DF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아직 물리 모델이 배정되지 않은 대기 슬롯이다. 새 기능이 시작되면 이 PPT에 연구 제목을 붙이고, 의미 있는 업데이트마다 슬라이드 1장을 추가한다.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AAFA9-A96D-4C48-8195-0FB7C3E1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192EE-0116-432C-B57F-E8F7E68B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rPr>
              <a:t>운영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27783-8E89-41CB-BAB9-74767A54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1. 물리 효과를 하나만 배정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2. UI/검증은 독립 미니 창에서 확인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3. 결과 해석은 이 PPT에 누적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4. 본체 통합은 검증 후 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181CD-4C42-4441-9585-010E5124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35F96-2581-4112-9BA4-713BDD94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8DE36-EA66-4B8E-BE84-A8018826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967C3-C29F-4D26-9A15-BCE6079E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AFEB0-31AD-4636-BACB-BD10A61F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3E222-F779-4367-B7D2-7A7DD36B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16755-DAD9-4AD4-BD9E-5FE2E356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3B173-1050-4581-BA0A-FE907048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60662-87A1-491D-B77F-5EC5E294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2E1D5-D314-43AB-8B60-AC88830F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E9FB8-C658-4588-9A83-158CEF73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2A3AD7-D6C8-4C55-B596-872B9261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86D08-580E-4BA3-9590-A22BE93A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F3EF5-DC1C-4A6D-8C65-AF1DD178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61615-F6B4-47BC-AD57-C73A9E59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BA886-4851-4ABB-A1A4-5ED098A2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D7417-3C7E-479D-B8D5-28C159EB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B74596-FCA0-41A4-97BA-264141AB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7F2AB5-2E79-4253-96DF-9F564A0B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1A8A7B-FC94-43E6-AD29-AA60953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1913A9-8F7F-4738-9266-C15EE397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GapSim mini emulator research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DA6263-04AA-48F0-81DE-84AD72E1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1198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2026-05-04T21:28:34.6310000Z</dcterms:created>
  <dcterms:modified xsi:type="dcterms:W3CDTF">2026-05-04T21:28:34.6310000Z</dcterms:modified>
</coreProperties>
</file>