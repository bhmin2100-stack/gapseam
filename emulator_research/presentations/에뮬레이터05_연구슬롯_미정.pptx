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9c8e8ca9c84c3a" /><Relationship Type="http://schemas.openxmlformats.org/officeDocument/2006/relationships/extended-properties" Target="/docProps/app.xml" Id="Rcc94409cfe1d43e1" /><Relationship Type="http://schemas.openxmlformats.org/officeDocument/2006/relationships/officeDocument" Target="/ppt/presentation.xml" Id="R7bae556dea844f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02c0dd1a144631"/>
  </p:sldMasterIdLst>
  <p:notesMasterIdLst>
    <p:notesMasterId xmlns:r="http://schemas.openxmlformats.org/officeDocument/2006/relationships" r:id="Rb90c56e661904c14"/>
  </p:notesMasterIdLst>
  <p:sldIdLst>
    <p:sldId xmlns:r="http://schemas.openxmlformats.org/officeDocument/2006/relationships" id="256" r:id="R73cb9a67f7df47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2c0dd1a144631" /><Relationship Type="http://schemas.openxmlformats.org/officeDocument/2006/relationships/theme" Target="/ppt/theme/theme1.xml" Id="Rbdcbf87ff04c40e8" /><Relationship Type="http://schemas.openxmlformats.org/officeDocument/2006/relationships/notesMaster" Target="/ppt/notesMasters/notesMaster1.xml" Id="Rb90c56e661904c14" /><Relationship Type="http://schemas.openxmlformats.org/officeDocument/2006/relationships/presProps" Target="/ppt/presProps.xml" Id="R15963a2d120e460f" /><Relationship Type="http://schemas.openxmlformats.org/officeDocument/2006/relationships/viewProps" Target="/ppt/viewProps.xml" Id="Rdc3c9dc4ee344bc6" /><Relationship Type="http://schemas.openxmlformats.org/officeDocument/2006/relationships/tableStyles" Target="/ppt/tableStyles.xml" Id="R22aabce6e7084f88" /><Relationship Type="http://schemas.openxmlformats.org/officeDocument/2006/relationships/slide" Target="/ppt/slides/slide1.xml" Id="R73cb9a67f7df47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6534f5e875a4c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6ca2d60924d3b" /><Relationship Type="http://schemas.openxmlformats.org/officeDocument/2006/relationships/notesMaster" Target="/ppt/notesMasters/notesMaster1.xml" Id="R93631c3a6d974a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ba8f560a94a4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fa67b28ff83459b" /><Relationship Type="http://schemas.openxmlformats.org/officeDocument/2006/relationships/slideLayout" Target="/ppt/slideLayouts/slideLayout2.xml" Id="Rd2748cf3e8d44b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748cf3e8d44b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f3fdd0646e4d77" /><Relationship Type="http://schemas.openxmlformats.org/officeDocument/2006/relationships/notesSlide" Target="/ppt/notesSlides/notesSlide1.xml" Id="R31a6e67d10c94c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1CC969-5EF5-49B6-96F5-21DE18CB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E87E5-CDF4-41C7-BFBF-D4632A8B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A8B51-B5ED-43D8-91C2-A0DF9A2D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EMULATOR 05 / RESERVED SLOT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8B783-DB15-4FC1-A968-85415F51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에뮬레이터 05</a:t>
            </a:r>
          </a:p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연구슬롯 미정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253AF-50BC-4224-8FD2-7E04862E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아직 물리 모델이 배정되지 않은 대기 슬롯이다. 새 기능이 시작되면 이 PPT에 연구 제목을 붙이고, 의미 있는 업데이트마다 슬라이드 1장을 추가한다.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94B97-FE85-4FB9-91FE-ABDEF711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9DBE8-33FF-4BCF-9283-6D1C8317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rPr>
              <a:t>운영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DAF8A-356E-4BCD-9729-356EFEE1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1. 물리 효과를 하나만 배정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2. UI/검증은 독립 미니 창에서 확인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3. 결과 해석은 이 PPT에 누적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4. 본체 통합은 검증 후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D350F-581C-476D-8291-D76E0C19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A4DE7-7AE8-43B7-93AE-F1EBF4EE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03737-0FA6-41C8-95BF-E6BD0DF4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617B9-D529-4F02-94F1-E7F98A21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33CD7-62D9-4EBD-B039-2B4C301C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23A0E-EAE6-4739-A3AE-0380BB20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60E23-0FC7-43AA-8FD3-58F3DAC6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EB0B8-C87A-404E-A23A-5C8ECA27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181CE-3E1A-4E29-B50C-24AAF41A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9D8A4-C7C2-426A-8634-A7B6D36C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85A52-A755-47D2-BECA-E4B0E3AD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579A6-531F-465F-85FF-7FF59C41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7C948-F3A3-4274-AC17-5D13ED42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14807-4B7D-4249-BF40-A7ADE2EF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F402D-7763-44AD-AE5E-D4237A09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FFD38-0096-42F7-A596-42797D41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7671A-E0F5-4D57-AE85-6EC5DC17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E84AB-F4FA-4633-9CC4-16F906C7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5C89A-81E7-43B8-9D9D-B78B0F05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99990A-E78B-4BC5-AC0B-AEEFEFAA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B4355-6CCE-4A06-80B4-F0D3F554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GapSim mini emulator research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CB11A1-449B-444B-B35B-ADE91047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8356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2026-05-04T21:27:40.5290000Z</dcterms:created>
  <dcterms:modified xsi:type="dcterms:W3CDTF">2026-05-04T21:27:40.5290000Z</dcterms:modified>
</coreProperties>
</file>