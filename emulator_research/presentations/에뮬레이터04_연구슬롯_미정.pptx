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868ab37e82485a" /><Relationship Type="http://schemas.openxmlformats.org/officeDocument/2006/relationships/extended-properties" Target="/docProps/app.xml" Id="R08db1d92f6cf469e" /><Relationship Type="http://schemas.openxmlformats.org/officeDocument/2006/relationships/officeDocument" Target="/ppt/presentation.xml" Id="R7ea32fcac72241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8a1ee8bc14737"/>
  </p:sldMasterIdLst>
  <p:notesMasterIdLst>
    <p:notesMasterId xmlns:r="http://schemas.openxmlformats.org/officeDocument/2006/relationships" r:id="R30efe2412c3340dd"/>
  </p:notesMasterIdLst>
  <p:sldIdLst>
    <p:sldId xmlns:r="http://schemas.openxmlformats.org/officeDocument/2006/relationships" id="256" r:id="R0a63dca1d1504a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8a1ee8bc14737" /><Relationship Type="http://schemas.openxmlformats.org/officeDocument/2006/relationships/theme" Target="/ppt/theme/theme1.xml" Id="Rc0f8206423914c9f" /><Relationship Type="http://schemas.openxmlformats.org/officeDocument/2006/relationships/notesMaster" Target="/ppt/notesMasters/notesMaster1.xml" Id="R30efe2412c3340dd" /><Relationship Type="http://schemas.openxmlformats.org/officeDocument/2006/relationships/presProps" Target="/ppt/presProps.xml" Id="Re32ca1394fb64652" /><Relationship Type="http://schemas.openxmlformats.org/officeDocument/2006/relationships/viewProps" Target="/ppt/viewProps.xml" Id="Ra68542d1edd14790" /><Relationship Type="http://schemas.openxmlformats.org/officeDocument/2006/relationships/tableStyles" Target="/ppt/tableStyles.xml" Id="R5930a2ec9b08468d" /><Relationship Type="http://schemas.openxmlformats.org/officeDocument/2006/relationships/slide" Target="/ppt/slides/slide1.xml" Id="R0a63dca1d1504a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82d357ceed8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191554ae9b4b3d" /><Relationship Type="http://schemas.openxmlformats.org/officeDocument/2006/relationships/notesMaster" Target="/ppt/notesMasters/notesMaster1.xml" Id="R9e1076b1d5f2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ac1e382b74f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78407b2c044702" /><Relationship Type="http://schemas.openxmlformats.org/officeDocument/2006/relationships/slideLayout" Target="/ppt/slideLayouts/slideLayout2.xml" Id="R3d236dbb357b45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236dbb357b45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8deaebbb854560" /><Relationship Type="http://schemas.openxmlformats.org/officeDocument/2006/relationships/notesSlide" Target="/ppt/notesSlides/notesSlide1.xml" Id="Rb0a39ed7292348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44BED-5DA2-4D62-ACE2-14900999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A0751-E470-4D4F-8E1E-4FB365CF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DB2E2-25B0-424D-ABE4-A0F9CF1E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04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ECAE1-3656-4DF4-A717-048E23C7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04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48767-BED8-4D72-BC92-48C2B9A2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3315C-B4DB-4452-A4DD-FF9410A0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4CFAA-0349-4669-B813-4BC0630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D0DF6-E3DA-4D26-A668-2E8E3F59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B3252-1F8F-45CD-BC08-7EF44291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6714D-A598-4AEE-9DBF-9E9FD4C6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AE14-771A-412C-A179-407BE431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16359-341D-4068-AFDD-ABEC4938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B8DAF-AB7F-421C-9242-EAC8C26A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21E7E-B2B5-4A2C-8E0A-56542195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8BD7D-6C15-41C9-A599-EA10BE30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D633B-AF2D-41D3-BF09-6397BA7F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B6F0F-B05A-45A1-AE2E-9203E93A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AE079-A188-49C6-B0EB-6E750488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AD5FF-CF53-4D62-AF36-6F095E7E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BBBBD-D3A1-4F8A-A20A-53CD5F6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5E15A-B014-4838-9392-5B40F64A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13084-AFDB-47F5-A4A5-2C59037B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B4BAB-B9A6-48FA-BE5E-58649D36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A4FDC-CFE1-4140-B495-9A048635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3E2D6-6B24-43C0-ADA4-26A36EAD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51D06-8834-478D-8188-839DF178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36226-95A2-41C0-BD95-D33773C3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740DE-133C-4539-A7C6-DE0269FD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F5156-018C-4B56-BDB1-FECA27EB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82D5CA-938C-4D08-9FBA-8D8F602E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2257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2026-05-04T21:27:29.8400000Z</dcterms:created>
  <dcterms:modified xsi:type="dcterms:W3CDTF">2026-05-04T21:27:29.8400000Z</dcterms:modified>
</coreProperties>
</file>