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ddc209da5e49d8" /><Relationship Type="http://schemas.openxmlformats.org/officeDocument/2006/relationships/extended-properties" Target="/docProps/app.xml" Id="R39abf62bd0354511" /><Relationship Type="http://schemas.openxmlformats.org/officeDocument/2006/relationships/officeDocument" Target="/ppt/presentation.xml" Id="R3c62ef8d130a45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ee58381fc3405c"/>
  </p:sldMasterIdLst>
  <p:notesMasterIdLst>
    <p:notesMasterId xmlns:r="http://schemas.openxmlformats.org/officeDocument/2006/relationships" r:id="Ra1644d910ce74654"/>
  </p:notesMasterIdLst>
  <p:sldIdLst>
    <p:sldId xmlns:r="http://schemas.openxmlformats.org/officeDocument/2006/relationships" id="256" r:id="Rb3b0a165c86e4a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e58381fc3405c" /><Relationship Type="http://schemas.openxmlformats.org/officeDocument/2006/relationships/theme" Target="/ppt/theme/theme1.xml" Id="Rea8a11393c0648c5" /><Relationship Type="http://schemas.openxmlformats.org/officeDocument/2006/relationships/notesMaster" Target="/ppt/notesMasters/notesMaster1.xml" Id="Ra1644d910ce74654" /><Relationship Type="http://schemas.openxmlformats.org/officeDocument/2006/relationships/presProps" Target="/ppt/presProps.xml" Id="Ra4b7ba466c7746df" /><Relationship Type="http://schemas.openxmlformats.org/officeDocument/2006/relationships/viewProps" Target="/ppt/viewProps.xml" Id="Rf6d001626f1d4b83" /><Relationship Type="http://schemas.openxmlformats.org/officeDocument/2006/relationships/tableStyles" Target="/ppt/tableStyles.xml" Id="Ra88192bc7243407d" /><Relationship Type="http://schemas.openxmlformats.org/officeDocument/2006/relationships/slide" Target="/ppt/slides/slide1.xml" Id="Rb3b0a165c86e4a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2811b481104d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c367062f6143f2" /><Relationship Type="http://schemas.openxmlformats.org/officeDocument/2006/relationships/notesMaster" Target="/ppt/notesMasters/notesMaster1.xml" Id="Rf1613c3d188b45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d52b975e74ff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f6a183b68541a3" /><Relationship Type="http://schemas.openxmlformats.org/officeDocument/2006/relationships/slideLayout" Target="/ppt/slideLayouts/slideLayout2.xml" Id="R2506bf80707448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06bf80707448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e89986641547ee" /><Relationship Type="http://schemas.openxmlformats.org/officeDocument/2006/relationships/notesSlide" Target="/ppt/notesSlides/notesSlide1.xml" Id="Rc0eb9c3da69d41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58C6D5-F756-45E7-AA95-1C302315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60707-2BFF-4969-AA88-D95EBE5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77707-AB0C-4B5A-B547-D86C236D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07 / RESERVED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E0161-1A13-41B6-A608-8268A7C4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에뮬레이터 07</a:t>
            </a:r>
          </a:p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연구슬롯 미정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D90E6-7DA1-48F1-80E8-F5A36F1D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아직 물리 모델이 배정되지 않은 대기 슬롯이다. 새 기능이 시작되면 이 PPT에 연구 제목을 붙이고, 의미 있는 업데이트마다 슬라이드 1장을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CB72E-52CC-4C5D-8BA1-AB0CC4FB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29EBC-72C0-4F53-ABC6-A98C46E4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운영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4F154-FB89-4786-9CA5-F79EABD7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1. 물리 효과를 하나만 배정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2. UI/검증은 독립 미니 창에서 확인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3. 결과 해석은 이 PPT에 누적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4. 본체 통합은 검증 후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87400-38B8-4BA8-BBEC-00BAE0E8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CF2A1-B9FD-476B-8BB8-5B8775A0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B1BBA-9C13-4D25-9A05-D6E1B9F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8BCE4-771B-41B6-8650-43B10195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F9FEB-F9B3-4017-ADC4-3D021E73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1E301-DB32-495C-AC00-4265207C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DFE34-6A79-4C41-B3DB-C560C4C7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24496-DCC1-4C00-92EF-DF7ED863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EA12D-01C8-4FAF-924E-607D2F57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BF30B-0E84-47AB-B6B2-E242EE52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B095A-D547-4282-A4B7-4CFD90F0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BE229-1DAA-44C2-BE60-64A1EA1D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3C797-BAED-4C81-9C20-6E4ADA1C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67C0A-8D45-47E4-8D38-AFE31040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27287-539B-423F-8E85-99EEBE99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23259-FEFE-4A3E-A12E-A8A386E0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5654C-ADFE-4FAE-A78A-1368DCA1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BEA33-CF21-456C-9CA7-847BC086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5B7A0-38CE-4E71-82C5-68579B3C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318A6-3B70-45CF-8F89-13015B58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B0471-7A92-45C2-911E-2F593175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GapSim mini emulator research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E7535E-BB11-4DCD-8A4F-3A9329CD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0973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2026-05-04T21:28:02.2760000Z</dcterms:created>
  <dcterms:modified xsi:type="dcterms:W3CDTF">2026-05-04T21:28:02.2760000Z</dcterms:modified>
</coreProperties>
</file>