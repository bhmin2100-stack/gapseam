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0c76efd3324c64" /><Relationship Type="http://schemas.openxmlformats.org/officeDocument/2006/relationships/extended-properties" Target="/docProps/app.xml" Id="Rfb19afee70c24788" /><Relationship Type="http://schemas.openxmlformats.org/officeDocument/2006/relationships/officeDocument" Target="/ppt/presentation.xml" Id="R23291640c54c4f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1d3f9378d7457b"/>
  </p:sldMasterIdLst>
  <p:notesMasterIdLst>
    <p:notesMasterId xmlns:r="http://schemas.openxmlformats.org/officeDocument/2006/relationships" r:id="Re28f691166174490"/>
  </p:notesMasterIdLst>
  <p:sldIdLst>
    <p:sldId xmlns:r="http://schemas.openxmlformats.org/officeDocument/2006/relationships" id="256" r:id="R803a8082531248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d3f9378d7457b" /><Relationship Type="http://schemas.openxmlformats.org/officeDocument/2006/relationships/theme" Target="/ppt/theme/theme1.xml" Id="Ra207306fe1294726" /><Relationship Type="http://schemas.openxmlformats.org/officeDocument/2006/relationships/notesMaster" Target="/ppt/notesMasters/notesMaster1.xml" Id="Re28f691166174490" /><Relationship Type="http://schemas.openxmlformats.org/officeDocument/2006/relationships/presProps" Target="/ppt/presProps.xml" Id="Rbdc39c8ba0564fbd" /><Relationship Type="http://schemas.openxmlformats.org/officeDocument/2006/relationships/viewProps" Target="/ppt/viewProps.xml" Id="R78d55d54e58b4458" /><Relationship Type="http://schemas.openxmlformats.org/officeDocument/2006/relationships/tableStyles" Target="/ppt/tableStyles.xml" Id="Re7234692f8cc456b" /><Relationship Type="http://schemas.openxmlformats.org/officeDocument/2006/relationships/slide" Target="/ppt/slides/slide1.xml" Id="R803a8082531248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14af1e894aa41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d37d04b2314410" /><Relationship Type="http://schemas.openxmlformats.org/officeDocument/2006/relationships/notesMaster" Target="/ppt/notesMasters/notesMaster1.xml" Id="R70266809b8ed43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be07d46cb482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60a53cc37e64dff" /><Relationship Type="http://schemas.openxmlformats.org/officeDocument/2006/relationships/slideLayout" Target="/ppt/slideLayouts/slideLayout2.xml" Id="Rdb3c8de414b643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c8de414b643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a44b6f8ef649db" /><Relationship Type="http://schemas.openxmlformats.org/officeDocument/2006/relationships/notesSlide" Target="/ppt/notesSlides/notesSlide1.xml" Id="R2d38962e84354c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AC37C-38E2-4B92-9D68-531DED3B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A1B31-6F2C-48CB-A3AA-5A8F5BD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D11E9-5216-41CB-97EC-B204032D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09 / RESERVED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8A2EE-EC45-447E-B9F0-90D9817F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에뮬레이터 09</a:t>
            </a:r>
          </a:p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연구슬롯 미정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F325E-B7DC-4EF2-A5A7-A6BA0D2F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아직 물리 모델이 배정되지 않은 대기 슬롯이다. 새 기능이 시작되면 이 PPT에 연구 제목을 붙이고, 의미 있는 업데이트마다 슬라이드 1장을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E2738-C49A-4AFA-AD2F-871071E6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4C112-47F0-4B61-BC0E-60D5E88A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운영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F855E-8E8B-4B0E-BC3B-4F53A942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1. 물리 효과를 하나만 배정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2. UI/검증은 독립 미니 창에서 확인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3. 결과 해석은 이 PPT에 누적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4. 본체 통합은 검증 후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3A8F0-2471-4040-AA10-81CC647E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98154-EA4E-4E70-9B73-94C00F3C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6875E-B84E-4326-86D6-0B8C761E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B0DB0-2EF9-4F06-9949-EACB6A1F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A6CC0-3D44-4B55-B772-2A0F8DA5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38391-3C1B-44AA-9809-7487FFE3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7AE1E-44CF-449E-A067-1AC2483E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CF1EE-BFE9-470F-B312-524831CB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AA4AD-26C8-4FAC-B022-377A4218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33F2E-DCD8-4D1D-8F0E-7C603CBF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80DAD-CD2E-44E7-A25F-161F754C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8D370-9C31-410B-852C-E564CBF0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B8087-48DC-4C74-9CF0-17399532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A4589-B752-4E42-B141-3E8F4785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29E31-AEEF-43DC-BB96-53233405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A9703-DF3F-4BEA-AE97-141B815F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21765-1EF0-475D-89CD-F969C7A8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9F12C-63D4-4B5D-A4CC-1943BF9D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48F1FD-1CE8-4DF4-852E-EFC99279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B316EC-2834-43A7-A4CF-31910FCF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EFD9D-F1D1-4F62-A89E-02EA94E0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GapSim mini emulator research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FB22F3-601A-4837-A251-94C5CFB6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41733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2026-05-04T21:28:23.8410000Z</dcterms:created>
  <dcterms:modified xsi:type="dcterms:W3CDTF">2026-05-04T21:28:23.8410000Z</dcterms:modified>
</coreProperties>
</file>