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5d6752600f4148" /><Relationship Type="http://schemas.openxmlformats.org/officeDocument/2006/relationships/extended-properties" Target="/docProps/app.xml" Id="Rb45a6bd437764fd9" /><Relationship Type="http://schemas.openxmlformats.org/officeDocument/2006/relationships/officeDocument" Target="/ppt/presentation.xml" Id="Reb7a7324fa9048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8d4d8710ea4f7e"/>
  </p:sldMasterIdLst>
  <p:notesMasterIdLst>
    <p:notesMasterId xmlns:r="http://schemas.openxmlformats.org/officeDocument/2006/relationships" r:id="R5abca04d1cf5404b"/>
  </p:notesMasterIdLst>
  <p:sldIdLst>
    <p:sldId xmlns:r="http://schemas.openxmlformats.org/officeDocument/2006/relationships" id="256" r:id="R2d59db4357d942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8d4d8710ea4f7e" /><Relationship Type="http://schemas.openxmlformats.org/officeDocument/2006/relationships/theme" Target="/ppt/theme/theme1.xml" Id="R0e82af1904194ac5" /><Relationship Type="http://schemas.openxmlformats.org/officeDocument/2006/relationships/notesMaster" Target="/ppt/notesMasters/notesMaster1.xml" Id="R5abca04d1cf5404b" /><Relationship Type="http://schemas.openxmlformats.org/officeDocument/2006/relationships/presProps" Target="/ppt/presProps.xml" Id="R9006486df4734c72" /><Relationship Type="http://schemas.openxmlformats.org/officeDocument/2006/relationships/viewProps" Target="/ppt/viewProps.xml" Id="R3ffbfbef7d1b4107" /><Relationship Type="http://schemas.openxmlformats.org/officeDocument/2006/relationships/tableStyles" Target="/ppt/tableStyles.xml" Id="R9c350fa33a0e4486" /><Relationship Type="http://schemas.openxmlformats.org/officeDocument/2006/relationships/slide" Target="/ppt/slides/slide1.xml" Id="R2d59db4357d9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722326b0f25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a8580324e4e26" /><Relationship Type="http://schemas.openxmlformats.org/officeDocument/2006/relationships/notesMaster" Target="/ppt/notesMasters/notesMaster1.xml" Id="Ra97bbd32e1d941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de947844c48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3ea685ad1b14a4d" /><Relationship Type="http://schemas.openxmlformats.org/officeDocument/2006/relationships/slideLayout" Target="/ppt/slideLayouts/slideLayout2.xml" Id="Rc9b5f042de10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b5f042de10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4a053c4c7345a7" /><Relationship Type="http://schemas.openxmlformats.org/officeDocument/2006/relationships/notesSlide" Target="/ppt/notesSlides/notesSlide1.xml" Id="R0a4ebf89521b43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AA482-1423-464F-965A-471B8B8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8FC15-FBDB-458E-AFA4-BF1FB706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FB93F-4B38-4E5C-892B-108152E6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"/>
            <a:ext cx="438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EMULATOR 02 / RESERVED SLOT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D68DE-D4F0-4E90-B032-8E2539D5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590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에뮬레이터 02</a:t>
            </a:r>
          </a:p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연구슬롯 미정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E0F50-9A7A-49F7-8F8A-E8F28B8F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657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D7480"/>
                </a:solidFill>
                <a:latin typeface="Apple SD Gothic Neo"/>
                <a:ea typeface="Apple SD Gothic Neo"/>
                <a:cs typeface="Apple SD Gothic Neo"/>
              </a:rPr>
              <a:t>아직 물리 모델이 배정되지 않은 대기 슬롯이다. 새 기능이 시작되면 이 PPT에 연구 제목을 붙이고, 의미 있는 업데이트마다 슬라이드 1장을 추가한다.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F63DB-376A-407D-AAC3-43B7321B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1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B43CD-3AFE-4133-9176-90290EBF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C7C7D"/>
                </a:solidFill>
                <a:latin typeface="Apple SD Gothic Neo"/>
                <a:ea typeface="Apple SD Gothic Neo"/>
                <a:cs typeface="Apple SD Gothic Neo"/>
              </a:rPr>
              <a:t>운영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A6AEE-F8B0-427E-9C42-1934E9CF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1. 물리 효과를 하나만 배정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2. UI/검증은 독립 미니 창에서 확인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3. 결과 해석은 이 PPT에 누적</a:t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01820"/>
                </a:solidFill>
                <a:latin typeface="Apple SD Gothic Neo"/>
                <a:ea typeface="Apple SD Gothic Neo"/>
                <a:cs typeface="Apple SD Gothic Neo"/>
              </a:rPr>
              <a:t>4. 본체 통합은 검증 후 진행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F8903-0395-4728-B7E0-3683478A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8AF39-3270-434E-8CAB-90C68A64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CB64F-C542-48FC-919B-19E8372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FE787-B415-43EC-B9D2-882DFF70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80275-04B9-4CD0-9355-A5A5236A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867AF-E62A-4E76-A71E-83812F0B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2E39C-DD55-447F-8162-9A4C0318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32023-D42C-4796-8EB4-69B6D6A4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C23F5-DD65-47DE-93E6-9AC4EC9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C8CAE-D86B-4ADB-90B4-043C340B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4C215-4311-40A1-BE7A-3E59494D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58DCE-3491-495B-850C-6D064BD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19EDC-228C-4B41-B7CF-B7FEA7EB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E082E-D988-44AB-9E2F-8C173577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81D1B-4277-4411-B6DE-65256EE7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30918-EFFA-4E7A-B13E-BEB367B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0B883-6EB4-4CA4-923E-8B2A1B7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29E921-6EB7-4C85-A1D3-C7E0F4C0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C3F36-6CD4-432B-99BC-459BF3D7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531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B262AE-DD8D-47FC-89C7-6650305C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8102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17B13-F6EC-4360-A6BC-891C939D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GapSim mini emulator research 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606E42-F812-4747-A744-FE43BBCB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6270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6D748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8964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2026-05-04T21:27:08.2430000Z</dcterms:created>
  <dcterms:modified xsi:type="dcterms:W3CDTF">2026-05-04T21:27:08.2430000Z</dcterms:modified>
</coreProperties>
</file>