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8890">
            <a:solidFill>
              <a:srgbClr val="D8D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66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GapFill mini emulator 03 / reflected ion discard report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10652760" y="65196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B66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2026-05-05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65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65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DECISION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3번 reflected ion 모델링: 폐기 결정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9552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결론: 작동은 확인했지만, 기본값에서는 1번과 거의 구분되지 않고 보이게 만들면 실행 부담이 커진다.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516636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0160">
            <a:solidFill>
              <a:srgbClr val="D8D0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84832"/>
            <a:ext cx="12801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85C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폐기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25196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3번 모델링은 채택 모델 후보에서 제외한다.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PPT3에는 실험 결과, 실제 구동 이미지, 폐기 근거만 보존한다.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096512"/>
            <a:ext cx="42519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6B66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이후 기본 개발 방향은 1번 direct sputter와 2번 ion transmission 계열에 집중한다.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400800" y="1965960"/>
            <a:ext cx="1645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D0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075688"/>
            <a:ext cx="149961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5C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27.8 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73952" y="2432304"/>
            <a:ext cx="1499616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66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3번 최대 형상 차이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8229600" y="1965960"/>
            <a:ext cx="1645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D0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2075688"/>
            <a:ext cx="149961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59A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2.6 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02752" y="2432304"/>
            <a:ext cx="1499616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66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3번 평균 형상 차이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0058400" y="1965960"/>
            <a:ext cx="1645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D0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31552" y="2075688"/>
            <a:ext cx="149961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5C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+23%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131552" y="2432304"/>
            <a:ext cx="1499616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B66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3번 속도 손실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400800" y="3246120"/>
            <a:ext cx="53035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0160">
            <a:solidFill>
              <a:srgbClr val="D8D0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520440"/>
            <a:ext cx="20116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폐기 판단 문장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20840" y="3913632"/>
            <a:ext cx="43434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B85C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물리적 설명력은 있으나 미니 에뮬레이터의 기본 경로에 넣기에는 비용 대비 효과가 낮다.</a:t>
            </a:r>
            <a:endParaRPr lang="en-US" sz="13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65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폐기 근거: 형상 차이는 작고 실행 부담은 증가</a:t>
            </a:r>
            <a:endParaRPr lang="en-US" sz="2150" dirty="0"/>
          </a:p>
        </p:txBody>
      </p:sp>
      <p:pic>
        <p:nvPicPr>
          <p:cNvPr id="4" name="Image 0" descr="/Users/jib/Documents/Gapsim/emulator_research/emulator_03_reflected_ion_etch/outputs/emulator03_discard_d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78992"/>
            <a:ext cx="11201400" cy="5047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65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WORKING IMAGE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구동 화면: 기존/신규 파라미터 분리 확인</a:t>
            </a:r>
            <a:endParaRPr lang="en-US" sz="2150" dirty="0"/>
          </a:p>
        </p:txBody>
      </p:sp>
      <p:pic>
        <p:nvPicPr>
          <p:cNvPr id="4" name="Image 0" descr="/Users/jib/Documents/Gapsim/emulator_research/emulator_03_reflected_ion_etch/outputs/emulator03_ui_snap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69848"/>
            <a:ext cx="7223760" cy="46268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078992"/>
            <a:ext cx="3474720" cy="4617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0160">
            <a:solidFill>
              <a:srgbClr val="D8D0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84464" y="1389888"/>
            <a:ext cx="26517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화면에서 확인한 것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302752" y="1783080"/>
            <a:ext cx="26517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8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파란 블록: 기존 1번 Direct sputter</a:t>
            </a:r>
            <a:endParaRPr lang="en-US" sz="1080" dirty="0"/>
          </a:p>
          <a:p>
            <a:r>
              <a:rPr lang="en-US" sz="108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주황 블록: 3번 신규 Reflected ion</a:t>
            </a:r>
            <a:endParaRPr lang="en-US" sz="1080" dirty="0"/>
          </a:p>
          <a:p>
            <a:r>
              <a:rPr lang="en-US" sz="108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Sputter Gaussian 그래프는 1번에서 상속</a:t>
            </a:r>
            <a:endParaRPr lang="en-US" sz="1080" dirty="0"/>
          </a:p>
          <a:p>
            <a:r>
              <a:rPr lang="en-US" sz="108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3번 reflected field는 별도 파라미터로만 추가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02752" y="3886200"/>
            <a:ext cx="26517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B85C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작동 확인 후 채택하지 않음으로 기록한다.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65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MODEL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구조: 1번 field 위에 얇게 얹힌 추가항</a:t>
            </a:r>
            <a:endParaRPr lang="en-US" sz="2150" dirty="0"/>
          </a:p>
        </p:txBody>
      </p:sp>
      <p:pic>
        <p:nvPicPr>
          <p:cNvPr id="4" name="Image 0" descr="/Users/jib/Documents/Gapsim/emulator_research/emulator_03_reflected_ion_etch/outputs/emulator03_sputter_angle_respo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78992"/>
            <a:ext cx="6309360" cy="2606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14032" y="1078992"/>
            <a:ext cx="4370832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0160">
            <a:solidFill>
              <a:srgbClr val="D8D0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60920" y="1353312"/>
            <a:ext cx="13716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계산식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60920" y="1773936"/>
            <a:ext cx="379476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net_growth = conformal_deposition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- direct_sputter_from_model_01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- reflected_ion_etch</a:t>
            </a:r>
            <a:endParaRPr lang="en-US" sz="1620" dirty="0"/>
          </a:p>
        </p:txBody>
      </p:sp>
      <p:sp>
        <p:nvSpPr>
          <p:cNvPr id="8" name="Text 5"/>
          <p:cNvSpPr/>
          <p:nvPr/>
        </p:nvSpPr>
        <p:spPr>
          <a:xfrm>
            <a:off x="7452360" y="2788920"/>
            <a:ext cx="361188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6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1번의 각도 response를 바꾸지 않고 source proxy로만 사용했다.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13232" y="4041648"/>
            <a:ext cx="1056132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8D0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279392"/>
            <a:ext cx="10972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85C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폐기 이유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874520" y="4224528"/>
            <a:ext cx="81381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4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기본값에서는 최종 profile 변화가 작다.</a:t>
            </a:r>
            <a:endParaRPr lang="en-US" sz="1040" dirty="0"/>
          </a:p>
          <a:p>
            <a:r>
              <a:rPr lang="en-US" sz="104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보이는 차이를 만들려면 reflected/direct 비율을 크게 올려야 하고, 이때 속도 부담이 커진다.</a:t>
            </a:r>
            <a:endParaRPr lang="en-US" sz="1040" dirty="0"/>
          </a:p>
          <a:p>
            <a:r>
              <a:rPr lang="en-US" sz="104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미니 에뮬레이터의 목표는 빠른 비교와 직관이므로 3번은 기본 후보에서 제외한다.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65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PROFILE RESULT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형상 비교: 기본값에서는 1번과 거의 겹침</a:t>
            </a:r>
            <a:endParaRPr lang="en-US" sz="2150" dirty="0"/>
          </a:p>
        </p:txBody>
      </p:sp>
      <p:pic>
        <p:nvPicPr>
          <p:cNvPr id="4" name="Image 0" descr="/Users/jib/Documents/Gapsim/emulator_research/emulator_03_reflected_ion_etch/outputs/emulator03_profile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78992"/>
            <a:ext cx="658368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078992"/>
            <a:ext cx="3886200" cy="397764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0160">
            <a:solidFill>
              <a:srgbClr val="D8D0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371600"/>
            <a:ext cx="20116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 해석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818120" y="1755648"/>
            <a:ext cx="278892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8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3번 최대 차이: 27.8 A</a:t>
            </a:r>
            <a:endParaRPr lang="en-US" sz="1080" dirty="0"/>
          </a:p>
          <a:p>
            <a:r>
              <a:rPr lang="en-US" sz="108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3번 평균 차이: 2.6 A</a:t>
            </a:r>
            <a:endParaRPr lang="en-US" sz="1080" dirty="0"/>
          </a:p>
          <a:p>
            <a:r>
              <a:rPr lang="en-US" sz="108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reflected/direct: 8.2%</a:t>
            </a:r>
            <a:endParaRPr lang="en-US" sz="1080" dirty="0"/>
          </a:p>
          <a:p>
            <a:r>
              <a:rPr lang="en-US" sz="108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눈에 보이는 차이를 만들려면 데모용 강한 세팅 필요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7818120" y="3749040"/>
            <a:ext cx="27889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B85C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강한 세팅은 최대 차이 188.9 A까지 보이지만 속도 손실이 +52%로 증가했다.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65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FIELD CHECK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Debug field는 분리되지만 채택 근거가 되기엔 약함</a:t>
            </a:r>
            <a:endParaRPr lang="en-US" sz="2150" dirty="0"/>
          </a:p>
        </p:txBody>
      </p:sp>
      <p:pic>
        <p:nvPicPr>
          <p:cNvPr id="4" name="Image 0" descr="/Users/jib/Documents/Gapsim/emulator_research/emulator_03_reflected_ion_etch/outputs/emulator03_debug_fie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78992"/>
            <a:ext cx="7479792" cy="4654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078992"/>
            <a:ext cx="3255264" cy="4654296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0160">
            <a:solidFill>
              <a:srgbClr val="D8D0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85632" y="1371600"/>
            <a:ext cx="21945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남길 기록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522208" y="1755648"/>
            <a:ext cx="23317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8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direct_sputter_field</a:t>
            </a:r>
            <a:endParaRPr lang="en-US" sz="1080" dirty="0"/>
          </a:p>
          <a:p>
            <a:r>
              <a:rPr lang="en-US" sz="108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reflection_source_field</a:t>
            </a:r>
            <a:endParaRPr lang="en-US" sz="1080" dirty="0"/>
          </a:p>
          <a:p>
            <a:r>
              <a:rPr lang="en-US" sz="108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reflected_ion_field</a:t>
            </a:r>
            <a:endParaRPr lang="en-US" sz="1080" dirty="0"/>
          </a:p>
          <a:p>
            <a:r>
              <a:rPr lang="en-US" sz="108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total_etch_field</a:t>
            </a:r>
            <a:endParaRPr lang="en-US" sz="1080" dirty="0"/>
          </a:p>
          <a:p>
            <a:r>
              <a:rPr lang="en-US" sz="108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net_growth_field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522208" y="3383280"/>
            <a:ext cx="233172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B85C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분리 field는 정상적으로 확인된다. 다만 최종 형상 영향이 작아 “검토 후 폐기된 실험”으로 기록한다.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8522208" y="4718304"/>
            <a:ext cx="23317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665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재사용 금지 유지: GapSim ion_los / redepo / full ray tracing / charging 등은 추가하지 않았다.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65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NEXT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12064" y="53035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폐기 후 작업 방향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3337560" cy="416052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0160">
            <a:solidFill>
              <a:srgbClr val="D8D0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81328"/>
            <a:ext cx="1097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6C6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901952"/>
            <a:ext cx="23317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2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3번 PPT 보고서</a:t>
            </a:r>
            <a:endParaRPr lang="en-US" sz="1120" dirty="0"/>
          </a:p>
          <a:p>
            <a:r>
              <a:rPr lang="en-US" sz="112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구동 스냅샷</a:t>
            </a:r>
            <a:endParaRPr lang="en-US" sz="1120" dirty="0"/>
          </a:p>
          <a:p>
            <a:r>
              <a:rPr lang="en-US" sz="112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debug field 산출물</a:t>
            </a:r>
            <a:endParaRPr lang="en-US" sz="1120" dirty="0"/>
          </a:p>
          <a:p>
            <a:r>
              <a:rPr lang="en-US" sz="112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벤치마크 JSON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4434840" y="1170432"/>
            <a:ext cx="3337560" cy="416052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0160">
            <a:solidFill>
              <a:srgbClr val="D8D0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1481328"/>
            <a:ext cx="1097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5C3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폐기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36592" y="1901952"/>
            <a:ext cx="23317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2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채택 모델 후보에서 제외</a:t>
            </a:r>
            <a:endParaRPr lang="en-US" sz="1120" dirty="0"/>
          </a:p>
          <a:p>
            <a:r>
              <a:rPr lang="en-US" sz="112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경로로 승격하지 않음</a:t>
            </a:r>
            <a:endParaRPr lang="en-US" sz="1120" dirty="0"/>
          </a:p>
          <a:p>
            <a:r>
              <a:rPr lang="en-US" sz="112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속도 부담이 있는 reflected 항 확대 금지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211312" y="1170432"/>
            <a:ext cx="3337560" cy="416052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0160">
            <a:solidFill>
              <a:srgbClr val="D8D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13064" y="1481328"/>
            <a:ext cx="1097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59A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집중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13064" y="1901952"/>
            <a:ext cx="23317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2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1번 direct sputter 안정화</a:t>
            </a:r>
            <a:endParaRPr lang="en-US" sz="1120" dirty="0"/>
          </a:p>
          <a:p>
            <a:r>
              <a:rPr lang="en-US" sz="112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2번 ion transmission/shadowing</a:t>
            </a:r>
            <a:endParaRPr lang="en-US" sz="1120" dirty="0"/>
          </a:p>
          <a:p>
            <a:r>
              <a:rPr lang="en-US" sz="1120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비교 이미지와 split test 중심 검증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914400" y="5779008"/>
            <a:ext cx="103327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요약: 3번은 “작동하지만 비용 대비 효과 낮음”으로 기록하고, 다음 모델링 자원은 더 큰 형상 차이를 만드는 물리에 배정한다.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665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GapSim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에뮬레이터03 폐기 보고서</dc:title>
  <dc:subject>Emulator 03 reflected ion discard report</dc:subject>
  <dc:creator>Codex / GapSim</dc:creator>
  <cp:lastModifiedBy>Codex / GapSim</cp:lastModifiedBy>
  <cp:revision>1</cp:revision>
  <dcterms:created xsi:type="dcterms:W3CDTF">2026-05-05T03:56:17Z</dcterms:created>
  <dcterms:modified xsi:type="dcterms:W3CDTF">2026-05-05T03:56:17Z</dcterms:modified>
</cp:coreProperties>
</file>