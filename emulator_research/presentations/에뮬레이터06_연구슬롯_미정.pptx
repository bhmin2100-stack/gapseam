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f69b8ed4c564fc8" /><Relationship Type="http://schemas.openxmlformats.org/officeDocument/2006/relationships/extended-properties" Target="/docProps/app.xml" Id="R02ea3bd9eaea4b2a" /><Relationship Type="http://schemas.openxmlformats.org/officeDocument/2006/relationships/officeDocument" Target="/ppt/presentation.xml" Id="R34645d5042754d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c7f973be124c68"/>
  </p:sldMasterIdLst>
  <p:notesMasterIdLst>
    <p:notesMasterId xmlns:r="http://schemas.openxmlformats.org/officeDocument/2006/relationships" r:id="R3fa5cd85a01847d3"/>
  </p:notesMasterIdLst>
  <p:sldIdLst>
    <p:sldId xmlns:r="http://schemas.openxmlformats.org/officeDocument/2006/relationships" id="256" r:id="Rd0d1239ff4c8443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c7f973be124c68" /><Relationship Type="http://schemas.openxmlformats.org/officeDocument/2006/relationships/theme" Target="/ppt/theme/theme1.xml" Id="Rb61f6f68df324000" /><Relationship Type="http://schemas.openxmlformats.org/officeDocument/2006/relationships/notesMaster" Target="/ppt/notesMasters/notesMaster1.xml" Id="R3fa5cd85a01847d3" /><Relationship Type="http://schemas.openxmlformats.org/officeDocument/2006/relationships/presProps" Target="/ppt/presProps.xml" Id="R6bd1d2e26ccf45cb" /><Relationship Type="http://schemas.openxmlformats.org/officeDocument/2006/relationships/viewProps" Target="/ppt/viewProps.xml" Id="Rb5e859bf9eba473a" /><Relationship Type="http://schemas.openxmlformats.org/officeDocument/2006/relationships/tableStyles" Target="/ppt/tableStyles.xml" Id="Ra2a3c82026944d0c" /><Relationship Type="http://schemas.openxmlformats.org/officeDocument/2006/relationships/slide" Target="/ppt/slides/slide1.xml" Id="Rd0d1239ff4c844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b0a2cacb4d540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aa99d2f4bf4999" /><Relationship Type="http://schemas.openxmlformats.org/officeDocument/2006/relationships/notesMaster" Target="/ppt/notesMasters/notesMaster1.xml" Id="R0248072f97e94e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c911e9a1194ba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4ee919127e84a0f" /><Relationship Type="http://schemas.openxmlformats.org/officeDocument/2006/relationships/slideLayout" Target="/ppt/slideLayouts/slideLayout2.xml" Id="R951c2e1f953545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1c2e1f953545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905635b23d402a" /><Relationship Type="http://schemas.openxmlformats.org/officeDocument/2006/relationships/notesSlide" Target="/ppt/notesSlides/notesSlide1.xml" Id="R9565450f78d74ee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AC9A26-D4E5-418B-99CF-2BFBFD83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F3842F-7880-4C2E-812A-17B69987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C49FFF-3F12-46CB-BEEF-44F391C64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09600"/>
            <a:ext cx="438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EMULATOR 06 / RESERVED SLOT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1CAA2F-FE5F-48A7-8607-53BB650D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5905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에뮬레이터 06</a:t>
            </a:r>
          </a:p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연구슬롯 미정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FE0880-7904-4314-B42A-7CE5468F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6572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D74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D7480"/>
                </a:solidFill>
                <a:latin typeface="Apple SD Gothic Neo"/>
                <a:ea typeface="Apple SD Gothic Neo"/>
                <a:cs typeface="Apple SD Gothic Neo"/>
              </a:rPr>
              <a:t>아직 물리 모델이 배정되지 않은 대기 슬롯이다. 새 기능이 시작되면 이 PPT에 연구 제목을 붙이고, 의미 있는 업데이트마다 슬라이드 1장을 추가한다.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1EA28C-E1E3-4C30-BF8B-EC1B6675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257300"/>
            <a:ext cx="2857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1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F9A753-BA47-4EE7-BE0D-24BF05B1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8115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C7C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C7C7D"/>
                </a:solidFill>
                <a:latin typeface="Apple SD Gothic Neo"/>
                <a:ea typeface="Apple SD Gothic Neo"/>
                <a:cs typeface="Apple SD Gothic Neo"/>
              </a:rPr>
              <a:t>운영 규칙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FD8A08-D8DD-49DC-9B3E-5C46AF9B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14550"/>
            <a:ext cx="2133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1. 물리 효과를 하나만 배정</a:t>
            </a:r>
          </a:p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2. UI/검증은 독립 미니 창에서 확인</a:t>
            </a:r>
          </a:p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3. 결과 해석은 이 PPT에 누적</a:t>
            </a:r>
          </a:p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4. 본체 통합은 검증 후 진행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05BD7A-6E79-4383-A2A1-FD4111E3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34789F-6030-4FA9-9C87-5B2B3452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DAA169-082F-43E4-83E7-22C53E98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B38F8A-CB04-4539-8A46-62927076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2D35FA-CB48-4627-966F-D528F785E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BE7075-9BD0-4C05-B1A6-46A886F0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3B6713-2032-4871-9B0E-87B27A387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695D38-98C6-4FDA-8D04-A15E24264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21C793-ABC4-4128-B4BB-715995C4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3E3A78-5C1F-407B-9857-ECFBEB17C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D894AB-1ED6-493F-8B99-349A7551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7FE232-5942-4F17-AEF3-7079C4DF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0DC763-90C4-4B61-9563-ECEDCFD3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D3D582-F6CE-4C68-811F-1E714C78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3F154B-0928-493E-89B6-C92B1D32F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CEFD8D-07ED-40CD-B649-B5479E6F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B50D73-EC12-4BC4-955F-D963A1573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BD2EBE-0490-4DF0-87F6-80B1A76D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514C11-6D04-4CDA-8577-B26D1334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840CB9-5215-4111-A3D1-AC448A37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0DC13C-BCCD-4040-9498-7067185A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GapSim mini emulator research log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030DFB-3198-4619-B551-518E2D6E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62700"/>
            <a:ext cx="60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523951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2026-05-04T21:27:51.4950000Z</dcterms:created>
  <dcterms:modified xsi:type="dcterms:W3CDTF">2026-05-04T21:27:51.4950000Z</dcterms:modified>
</coreProperties>
</file>