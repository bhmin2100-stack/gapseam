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fca15b29e3a46a8" /><Relationship Type="http://schemas.openxmlformats.org/officeDocument/2006/relationships/extended-properties" Target="/docProps/app.xml" Id="R797f3bf66c844d91" /><Relationship Type="http://schemas.openxmlformats.org/officeDocument/2006/relationships/officeDocument" Target="/ppt/presentation.xml" Id="Rcf4a9b79a1c74bb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8eded61d4c14bc0"/>
  </p:sldMasterIdLst>
  <p:notesMasterIdLst>
    <p:notesMasterId xmlns:r="http://schemas.openxmlformats.org/officeDocument/2006/relationships" r:id="R3acbed08bfaf4c5f"/>
  </p:notesMasterIdLst>
  <p:sldIdLst>
    <p:sldId xmlns:r="http://schemas.openxmlformats.org/officeDocument/2006/relationships" id="256" r:id="Rceb4f93fa1384a0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eded61d4c14bc0" /><Relationship Type="http://schemas.openxmlformats.org/officeDocument/2006/relationships/theme" Target="/ppt/theme/theme1.xml" Id="R5ed4506dc97f4df2" /><Relationship Type="http://schemas.openxmlformats.org/officeDocument/2006/relationships/notesMaster" Target="/ppt/notesMasters/notesMaster1.xml" Id="R3acbed08bfaf4c5f" /><Relationship Type="http://schemas.openxmlformats.org/officeDocument/2006/relationships/presProps" Target="/ppt/presProps.xml" Id="R4b3f1c1ee3dc449a" /><Relationship Type="http://schemas.openxmlformats.org/officeDocument/2006/relationships/viewProps" Target="/ppt/viewProps.xml" Id="Rebcda4d739aa4306" /><Relationship Type="http://schemas.openxmlformats.org/officeDocument/2006/relationships/tableStyles" Target="/ppt/tableStyles.xml" Id="R4ed379917a58484f" /><Relationship Type="http://schemas.openxmlformats.org/officeDocument/2006/relationships/slide" Target="/ppt/slides/slide1.xml" Id="Rceb4f93fa1384a0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530bba18be1c465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922bfc2461b449d" /><Relationship Type="http://schemas.openxmlformats.org/officeDocument/2006/relationships/notesMaster" Target="/ppt/notesMasters/notesMaster1.xml" Id="R832b9d35bb274c6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853a5efcf34a06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e79a248b14f54be1" /><Relationship Type="http://schemas.openxmlformats.org/officeDocument/2006/relationships/slideLayout" Target="/ppt/slideLayouts/slideLayout2.xml" Id="Rb261322a7f414b1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261322a7f414b1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708e729124c4fb6" /><Relationship Type="http://schemas.openxmlformats.org/officeDocument/2006/relationships/notesSlide" Target="/ppt/notesSlides/notesSlide1.xml" Id="R3420a688f17c4ec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24FBC1A-61A6-46F3-88B2-368C82D34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39B2C3-7F21-45AB-A11C-BC843EB2E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2390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C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3A9646-CFE8-4C0A-B6FD-F2E1B5A07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09600"/>
            <a:ext cx="4381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7480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6D7480"/>
                </a:solidFill>
                <a:latin typeface="Avenir Next"/>
                <a:ea typeface="Avenir Next"/>
                <a:cs typeface="Avenir Next"/>
              </a:rPr>
              <a:t>EMULATOR 08 / RESERVED SLOT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C7E9EF-8F01-4A64-AB32-22D638C0D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5905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>
                <a:solidFill>
                  <a:srgbClr val="101820"/>
                </a:solidFill>
                <a:latin typeface="Apple SD Gothic Neo"/>
                <a:ea typeface="Apple SD Gothic Neo"/>
                <a:cs typeface="Apple SD Gothic Neo"/>
              </a:rPr>
              <a:t>에뮬레이터 08</a:t>
            </a:r>
          </a:p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>
                <a:solidFill>
                  <a:srgbClr val="101820"/>
                </a:solidFill>
                <a:latin typeface="Apple SD Gothic Neo"/>
                <a:ea typeface="Apple SD Gothic Neo"/>
                <a:cs typeface="Apple SD Gothic Neo"/>
              </a:rPr>
              <a:t>연구슬롯 미정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668AB9-E6B1-4C72-8FF9-DCE2D7D2F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0"/>
            <a:ext cx="6572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D74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D7480"/>
                </a:solidFill>
                <a:latin typeface="Apple SD Gothic Neo"/>
                <a:ea typeface="Apple SD Gothic Neo"/>
                <a:cs typeface="Apple SD Gothic Neo"/>
              </a:rPr>
              <a:t>아직 물리 모델이 배정되지 않은 대기 슬롯이다. 새 기능이 시작되면 이 PPT에 연구 제목을 붙이고, 의미 있는 업데이트마다 슬라이드 1장을 추가한다.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F43CAE-F330-4B2D-BC70-6C1997A37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257300"/>
            <a:ext cx="28575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1D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54AB08-5F8C-4389-9AE6-A76FFDF67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581150"/>
            <a:ext cx="1428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C7C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C7C7D"/>
                </a:solidFill>
                <a:latin typeface="Apple SD Gothic Neo"/>
                <a:ea typeface="Apple SD Gothic Neo"/>
                <a:cs typeface="Apple SD Gothic Neo"/>
              </a:rPr>
              <a:t>운영 규칙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7915FD-CBC4-473C-9F4E-1C74B6C24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14550"/>
            <a:ext cx="21336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01820"/>
                </a:solidFill>
                <a:latin typeface="Apple SD Gothic Neo"/>
                <a:ea typeface="Apple SD Gothic Neo"/>
                <a:cs typeface="Apple SD Gothic Neo"/>
              </a:rPr>
              <a:t>1. 물리 효과를 하나만 배정</a:t>
            </a:r>
          </a:p>
          <a:p xmlns:a="http://schemas.openxmlformats.org/drawingml/2006/main">
            <a:pPr algn="l">
              <a:defRPr sz="1350" b="0">
                <a:solidFill>
                  <a:srgbClr val="1018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01820"/>
                </a:solidFill>
                <a:latin typeface="Apple SD Gothic Neo"/>
                <a:ea typeface="Apple SD Gothic Neo"/>
                <a:cs typeface="Apple SD Gothic Neo"/>
              </a:rPr>
              <a:t>2. UI/검증은 독립 미니 창에서 확인</a:t>
            </a:r>
          </a:p>
          <a:p xmlns:a="http://schemas.openxmlformats.org/drawingml/2006/main">
            <a:pPr algn="l">
              <a:defRPr sz="1350" b="0">
                <a:solidFill>
                  <a:srgbClr val="1018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01820"/>
                </a:solidFill>
                <a:latin typeface="Apple SD Gothic Neo"/>
                <a:ea typeface="Apple SD Gothic Neo"/>
                <a:cs typeface="Apple SD Gothic Neo"/>
              </a:rPr>
              <a:t>3. 결과 해석은 이 PPT에 누적</a:t>
            </a:r>
          </a:p>
          <a:p xmlns:a="http://schemas.openxmlformats.org/drawingml/2006/main">
            <a:pPr algn="l">
              <a:defRPr sz="1350" b="0">
                <a:solidFill>
                  <a:srgbClr val="1018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01820"/>
                </a:solidFill>
                <a:latin typeface="Apple SD Gothic Neo"/>
                <a:ea typeface="Apple SD Gothic Neo"/>
                <a:cs typeface="Apple SD Gothic Neo"/>
              </a:rPr>
              <a:t>4. 본체 통합은 검증 후 진행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388EF2-5EF9-4844-B450-85FF8DB2C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531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1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0FC2F9-1CC5-4802-ABD4-4C970B7D3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0"/>
            <a:ext cx="304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D7480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6D7480"/>
                </a:solidFill>
                <a:latin typeface="Avenir Next"/>
                <a:ea typeface="Avenir Next"/>
                <a:cs typeface="Avenir Next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3F6743-7B3C-4A48-ADB7-DE6025819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7531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1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F81349-60CA-4A6A-A23F-96C03CA09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810250"/>
            <a:ext cx="304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D7480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6D7480"/>
                </a:solidFill>
                <a:latin typeface="Avenir Next"/>
                <a:ea typeface="Avenir Next"/>
                <a:cs typeface="Avenir Next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6CA007-C22C-4B41-8F62-E225D0CC0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7531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1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EB6C03-736F-4BB6-9CD3-00EE9E7B1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810250"/>
            <a:ext cx="304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D7480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6D7480"/>
                </a:solidFill>
                <a:latin typeface="Avenir Next"/>
                <a:ea typeface="Avenir Next"/>
                <a:cs typeface="Avenir Next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E8B4C1-2FBD-4542-9B2F-908CB93D1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7531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1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AD1364-0F70-4AA0-9432-1E30BD018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810250"/>
            <a:ext cx="304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D7480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6D7480"/>
                </a:solidFill>
                <a:latin typeface="Avenir Next"/>
                <a:ea typeface="Avenir Next"/>
                <a:cs typeface="Avenir Next"/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35F1AA-0537-4579-B503-EED680698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7531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1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11A33F-3C85-4CDE-99BF-A342D65F3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810250"/>
            <a:ext cx="304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D7480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6D7480"/>
                </a:solidFill>
                <a:latin typeface="Avenir Next"/>
                <a:ea typeface="Avenir Next"/>
                <a:cs typeface="Avenir Next"/>
              </a:rPr>
              <a:t>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CE38C4-0498-4773-9FE5-89107EBBF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57531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1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4C2C61-9A31-4CAC-9A6F-182D28330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5810250"/>
            <a:ext cx="304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D7480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6D7480"/>
                </a:solidFill>
                <a:latin typeface="Avenir Next"/>
                <a:ea typeface="Avenir Next"/>
                <a:cs typeface="Avenir Next"/>
              </a:rPr>
              <a:t>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2B1C14-1D62-422F-96DE-08E3EF7DB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7531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1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601188-F523-45DA-A06C-EEF908AF9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810250"/>
            <a:ext cx="304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D7480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6D7480"/>
                </a:solidFill>
                <a:latin typeface="Avenir Next"/>
                <a:ea typeface="Avenir Next"/>
                <a:cs typeface="Avenir Next"/>
              </a:rPr>
              <a:t>7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5E831F-C8F8-46DC-93F4-6DC7C308B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57531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B755C07-4EFF-4A84-84D5-0B6C3E956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5810250"/>
            <a:ext cx="304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8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71DB093-9902-48D7-9937-A6CD32E95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7531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1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C3E09FC-3316-4336-9205-1AA299ED8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810250"/>
            <a:ext cx="304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D7480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6D7480"/>
                </a:solidFill>
                <a:latin typeface="Avenir Next"/>
                <a:ea typeface="Avenir Next"/>
                <a:cs typeface="Avenir Next"/>
              </a:rPr>
              <a:t>9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471AFE4-B58E-4D2D-9A67-9AE2E1776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57531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1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3A81663-F020-4193-8594-99C0DA3BF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5810250"/>
            <a:ext cx="304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D7480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6D7480"/>
                </a:solidFill>
                <a:latin typeface="Avenir Next"/>
                <a:ea typeface="Avenir Next"/>
                <a:cs typeface="Avenir Next"/>
              </a:rPr>
              <a:t>10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20965F6-D958-415F-8101-29327EB95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419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D7480"/>
                </a:solidFill>
                <a:latin typeface="Avenir Next"/>
                <a:ea typeface="Avenir Next"/>
                <a:cs typeface="Avenir Next"/>
              </a:defRPr>
            </a:pPr>
            <a:r>
              <a:rPr sz="825" b="0">
                <a:solidFill>
                  <a:srgbClr val="6D7480"/>
                </a:solidFill>
                <a:latin typeface="Avenir Next"/>
                <a:ea typeface="Avenir Next"/>
                <a:cs typeface="Avenir Next"/>
              </a:rPr>
              <a:t>GapSim mini emulator research log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21DFBCC-22EF-4EAD-9A6E-F9C233F2D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362700"/>
            <a:ext cx="609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D7480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6D7480"/>
                </a:solidFill>
                <a:latin typeface="Avenir Next"/>
                <a:ea typeface="Avenir Next"/>
                <a:cs typeface="Avenir Next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59010713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2026-05-04T21:28:13.1120000Z</dcterms:created>
  <dcterms:modified xsi:type="dcterms:W3CDTF">2026-05-04T21:28:13.1120000Z</dcterms:modified>
</coreProperties>
</file>