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ccdfdd1a1824595" /><Relationship Type="http://schemas.openxmlformats.org/officeDocument/2006/relationships/extended-properties" Target="/docProps/app.xml" Id="Ra776f8f6b6e644da" /><Relationship Type="http://schemas.openxmlformats.org/officeDocument/2006/relationships/officeDocument" Target="/ppt/presentation.xml" Id="R38d8d68a75714cc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84a20105cab4dda"/>
  </p:sldMasterIdLst>
  <p:notesMasterIdLst>
    <p:notesMasterId xmlns:r="http://schemas.openxmlformats.org/officeDocument/2006/relationships" r:id="Rca3d7b2915434c4d"/>
  </p:notesMasterIdLst>
  <p:sldIdLst>
    <p:sldId xmlns:r="http://schemas.openxmlformats.org/officeDocument/2006/relationships" id="256" r:id="R280a704ee238420f"/>
    <p:sldId xmlns:r="http://schemas.openxmlformats.org/officeDocument/2006/relationships" id="257" r:id="R51848c3bd5654106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84a20105cab4dda" /><Relationship Type="http://schemas.openxmlformats.org/officeDocument/2006/relationships/theme" Target="/ppt/theme/theme1.xml" Id="Rb4e334bb5d1f4787" /><Relationship Type="http://schemas.openxmlformats.org/officeDocument/2006/relationships/notesMaster" Target="/ppt/notesMasters/notesMaster1.xml" Id="Rca3d7b2915434c4d" /><Relationship Type="http://schemas.openxmlformats.org/officeDocument/2006/relationships/presProps" Target="/ppt/presProps.xml" Id="R72e460cd83c84d07" /><Relationship Type="http://schemas.openxmlformats.org/officeDocument/2006/relationships/viewProps" Target="/ppt/viewProps.xml" Id="R183a6987184f42cd" /><Relationship Type="http://schemas.openxmlformats.org/officeDocument/2006/relationships/tableStyles" Target="/ppt/tableStyles.xml" Id="R0ea14d7782474443" /><Relationship Type="http://schemas.openxmlformats.org/officeDocument/2006/relationships/slide" Target="/ppt/slides/slide1.xml" Id="R280a704ee238420f" /><Relationship Type="http://schemas.openxmlformats.org/officeDocument/2006/relationships/slide" Target="/ppt/slides/slide2.xml" Id="R51848c3bd565410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a81585a732184c1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d1e001b72944a32" /><Relationship Type="http://schemas.openxmlformats.org/officeDocument/2006/relationships/notesMaster" Target="/ppt/notesMasters/notesMaster1.xml" Id="Rdc45dcdf9f1845c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2c515ce548e4dd8" /><Relationship Type="http://schemas.openxmlformats.org/officeDocument/2006/relationships/notesMaster" Target="/ppt/notesMasters/notesMaster1.xml" Id="R29bbb0a3804345d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cbd81b73d034f29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da5bdb2e732d42f4" /><Relationship Type="http://schemas.openxmlformats.org/officeDocument/2006/relationships/slideLayout" Target="/ppt/slideLayouts/slideLayout2.xml" Id="R4c26dbe4613242e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c26dbe4613242e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52fd2de011046be" /><Relationship Type="http://schemas.openxmlformats.org/officeDocument/2006/relationships/image" Target="/ppt/media/image.png" Id="Rb13fddd4aa1b4b5b" /><Relationship Type="http://schemas.openxmlformats.org/officeDocument/2006/relationships/notesSlide" Target="/ppt/notesSlides/notesSlide1.xml" Id="R3a0d35092ce34bc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ff5c3691a1345bc" /><Relationship Type="http://schemas.openxmlformats.org/officeDocument/2006/relationships/image" Target="/ppt/media/image2.png" Id="Rfb0cacf85d5140f0" /><Relationship Type="http://schemas.openxmlformats.org/officeDocument/2006/relationships/notesSlide" Target="/ppt/notesSlides/notesSlide2.xml" Id="R3e7c63e1d5f2473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FEB0B69-B4C2-474D-A9FE-8C6708C42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C1636F-8DD8-4ED9-A3A7-EC7DCA44C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4325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rPr>
              <a:t>01 / EMULATOR 04 PREP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E0A347-29A0-4FDA-A4D8-3CB68EAD4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971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>
                <a:solidFill>
                  <a:srgbClr val="10182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101828"/>
                </a:solidFill>
                <a:latin typeface="Apple SD Gothic Neo"/>
                <a:ea typeface="Apple SD Gothic Neo"/>
                <a:cs typeface="Apple SD Gothic Neo"/>
              </a:rPr>
              <a:t>4번은 리데포 전용 실험 슬롯으로 열어두고, 비교 기준은 1번으로 고정한다.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9E0C4F-7E17-4F28-944D-3242DB5BC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95400"/>
            <a:ext cx="981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rPr>
              <a:t>현재 단계는 물리항 추가 전 준비: 1번 direct sputter kernel을 보존하고 GapSim 비교 대신 Emulator 01 비교창을 사용한다.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7BB2DD-2235-4AF6-AD72-CA4C8E1D8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52600"/>
            <a:ext cx="67627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</a:ln>
        </p:spPr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3fddd4aa1b4b5b"/>
          <a:stretch xmlns:a="http://schemas.openxmlformats.org/drawingml/2006/main"/>
        </p:blipFill>
        <p:spPr>
          <a:xfrm xmlns:a="http://schemas.openxmlformats.org/drawingml/2006/main">
            <a:off x="1030326" y="1943100"/>
            <a:ext cx="5768898" cy="36957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4E39E3-B988-437D-BF0C-5ECA14A7E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86400"/>
            <a:ext cx="1257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DFA"/>
          </a:solidFill>
          <a:ln xmlns:a="http://schemas.openxmlformats.org/drawingml/2006/main" w="9525">
            <a:solidFill>
              <a:srgbClr val="0F766E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249FF3-D4C5-432C-9382-70AD6B4A6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553075"/>
            <a:ext cx="1028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>
                <a:solidFill>
                  <a:srgbClr val="0F766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0F766E"/>
                </a:solidFill>
                <a:latin typeface="Apple SD Gothic Neo"/>
                <a:ea typeface="Apple SD Gothic Neo"/>
                <a:cs typeface="Apple SD Gothic Neo"/>
              </a:rPr>
              <a:t>실제 4번 UI 상태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2F938F-FE4D-4F53-97FC-D2782D8C4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809750"/>
            <a:ext cx="33909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D9BDA2-DA90-4762-BB15-1EA61BF82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809750"/>
            <a:ext cx="762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solidFill>
              <a:srgbClr val="1D4ED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77D1B3-7AF9-4507-9264-E372C518F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1981200"/>
            <a:ext cx="2990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1D4ED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D4ED8"/>
                </a:solidFill>
                <a:latin typeface="Apple SD Gothic Neo"/>
                <a:ea typeface="Apple SD Gothic Neo"/>
                <a:cs typeface="Apple SD Gothic Neo"/>
              </a:rPr>
              <a:t>사용자가 누르는 버튼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14CC1F-6BD2-4DB7-9B28-CC09403E3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324100"/>
            <a:ext cx="2990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rPr>
              <a:t>`04` 토글은 기본으로 보이고, 비교 버튼은 `Compare Emulator 01`로 표시된다. 토글 변경 시 자동 depo run은 발생하지 않는다.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F78A3C-5B6C-4CB3-9402-95B41E127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19621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solidFill>
              <a:srgbClr val="EFF6FF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B7B401F-EA42-42B1-A0A1-C8AC546A0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162300"/>
            <a:ext cx="33909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9AEF25-568B-445B-A5C0-9A74A1CBB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162300"/>
            <a:ext cx="762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410C"/>
          </a:solidFill>
          <a:ln xmlns:a="http://schemas.openxmlformats.org/drawingml/2006/main" w="0">
            <a:solidFill>
              <a:srgbClr val="C2410C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8087812-DEE3-4162-9F9F-83CC929AE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333750"/>
            <a:ext cx="2990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C2410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C2410C"/>
                </a:solidFill>
                <a:latin typeface="Apple SD Gothic Neo"/>
                <a:ea typeface="Apple SD Gothic Neo"/>
                <a:cs typeface="Apple SD Gothic Neo"/>
              </a:rPr>
              <a:t>이번 준비의 경계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3B20ACE-1FC4-4CD1-99A5-8097FF113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676650"/>
            <a:ext cx="2990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rPr>
              <a:t>리데포 물리항은 아직 구현하지 않는다. 4번은 1번 sputter 출력 위에 redepo term을 붙일 자리만 만든 상태다.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DCAD632-7B13-428E-88FC-38583826D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331470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D"/>
          </a:solidFill>
          <a:ln xmlns:a="http://schemas.openxmlformats.org/drawingml/2006/main" w="0">
            <a:solidFill>
              <a:srgbClr val="FFF7ED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8B60020-3B2D-4523-BC52-E8C5DDF40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514850"/>
            <a:ext cx="33909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43CB838-10A4-4813-93C0-AD877F5A5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514850"/>
            <a:ext cx="762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82CA0D6-A18C-4637-9E98-813DC3339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686300"/>
            <a:ext cx="2990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0F766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0F766E"/>
                </a:solidFill>
                <a:latin typeface="Apple SD Gothic Neo"/>
                <a:ea typeface="Apple SD Gothic Neo"/>
                <a:cs typeface="Apple SD Gothic Neo"/>
              </a:rPr>
              <a:t>비교 규칙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4E6F0F4-AD56-4ABD-9B6E-0E7FEE459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5029200"/>
            <a:ext cx="2990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rPr>
              <a:t>4번 결과는 GapSim angle-only와 비교하지 않는다. 상세 모델이 들어오면 1번 baseline 대비 redepo 영향만 분리해서 본다.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E331209-D93F-4A4F-A533-094329F67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46672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DFA"/>
          </a:solidFill>
          <a:ln xmlns:a="http://schemas.openxmlformats.org/drawingml/2006/main" w="0">
            <a:solidFill>
              <a:srgbClr val="F0FDFA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E8814D9-A707-4366-8C91-6736E7119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solidFill>
              <a:srgbClr val="D0D5DD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BA30895-8562-4ED2-86EC-2495E4992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38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rPr>
              <a:t>Source: current local GapSim mini emulator UI, 2026-05-05.</a:t>
            </a:r>
          </a:p>
        </p:txBody>
      </p:sp>
    </p:spTree>
    <p:extLst>
      <p:ext uri="{BB962C8B-B14F-4D97-AF65-F5344CB8AC3E}">
        <p14:creationId xmlns:p14="http://schemas.microsoft.com/office/powerpoint/2010/main" val="76523466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9238413-E5CC-4E49-9FC2-A981E2B56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93522D-0088-4310-89E6-6F95E24DF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4325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rPr>
              <a:t>02 / INTEGRATION CONTRACT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ABF492-03B9-47C5-9B3C-0EC282AAB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971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>
                <a:solidFill>
                  <a:srgbClr val="10182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101828"/>
                </a:solidFill>
                <a:latin typeface="Apple SD Gothic Neo"/>
                <a:ea typeface="Apple SD Gothic Neo"/>
                <a:cs typeface="Apple SD Gothic Neo"/>
              </a:rPr>
              <a:t>리데포는 1번 sputter를 다시 만들지 않고, 별도 field로 더해 관찰한다.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DA1889-5F55-4F84-ACB2-B7EE51169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95400"/>
            <a:ext cx="981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rPr>
              <a:t>다음 지시가 들어오면 sputter 제거량과 redepo 부착량을 분리 저장해, net profile에서 어떤 항이 표면을 바꿨는지 추적한다.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7E51A8-EE58-4265-BBA9-D7DAA74CF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09750"/>
            <a:ext cx="4514850" cy="3562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</a:ln>
        </p:spPr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0cacf85d5140f0"/>
          <a:stretch xmlns:a="http://schemas.openxmlformats.org/drawingml/2006/main"/>
        </p:blipFill>
        <p:spPr>
          <a:xfrm xmlns:a="http://schemas.openxmlformats.org/drawingml/2006/main">
            <a:off x="742950" y="2133406"/>
            <a:ext cx="4095750" cy="2591189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A4254F-B006-458B-9E52-341F60F1B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72050"/>
            <a:ext cx="1695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1D4ED8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450697-9DC6-4747-B16A-F4444AE5B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38725"/>
            <a:ext cx="1466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>
                <a:solidFill>
                  <a:srgbClr val="1D4ED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1D4ED8"/>
                </a:solidFill>
                <a:latin typeface="Apple SD Gothic Neo"/>
                <a:ea typeface="Apple SD Gothic Neo"/>
                <a:cs typeface="Apple SD Gothic Neo"/>
              </a:rPr>
              <a:t>보존 대상: Emulator 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57C0CE-E097-4601-BE88-E0ECD2D8E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97205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rPr>
              <a:t>angle response, smoothing, clamp, stability logic은 4번에서 임의로 재작성하지 않는다.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653962-AA06-4A7E-85FB-DD7D24B58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038350"/>
            <a:ext cx="18669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DF3"/>
          </a:solidFill>
          <a:ln xmlns:a="http://schemas.openxmlformats.org/drawingml/2006/main" w="9525">
            <a:solidFill>
              <a:srgbClr val="15803D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B25DDF-7934-4242-B55F-5928F6908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22098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15803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5803D"/>
                </a:solidFill>
                <a:latin typeface="Apple SD Gothic Neo"/>
                <a:ea typeface="Apple SD Gothic Neo"/>
                <a:cs typeface="Apple SD Gothic Neo"/>
              </a:rPr>
              <a:t>depo_field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0DA308-017E-4488-BB67-991A2DFCE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251460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>
                <a:solidFill>
                  <a:srgbClr val="10182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>
                <a:solidFill>
                  <a:srgbClr val="101828"/>
                </a:solidFill>
                <a:latin typeface="Apple SD Gothic Neo"/>
                <a:ea typeface="Apple SD Gothic Neo"/>
                <a:cs typeface="Apple SD Gothic Neo"/>
              </a:rPr>
              <a:t>기존 conformal normal growth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FF5D05-852E-4FB5-9D76-EF190563A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295525"/>
            <a:ext cx="323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2325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rPr>
              <a:t>+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7522C6-251C-4715-BD69-1A26A83C2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038350"/>
            <a:ext cx="20764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1D4ED8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F36B26-190D-4D1B-BF64-7C3B476F6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209800"/>
            <a:ext cx="1733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1D4ED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D4ED8"/>
                </a:solidFill>
                <a:latin typeface="Apple SD Gothic Neo"/>
                <a:ea typeface="Apple SD Gothic Neo"/>
                <a:cs typeface="Apple SD Gothic Neo"/>
              </a:rPr>
              <a:t>sputter_raw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CBFEB70-7B3E-46CF-9C1B-6674406B0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514600"/>
            <a:ext cx="1733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>
                <a:solidFill>
                  <a:srgbClr val="10182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>
                <a:solidFill>
                  <a:srgbClr val="101828"/>
                </a:solidFill>
                <a:latin typeface="Apple SD Gothic Neo"/>
                <a:ea typeface="Apple SD Gothic Neo"/>
                <a:cs typeface="Apple SD Gothic Neo"/>
              </a:rPr>
              <a:t>1번 direct sputter 출력 그대로 사용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09078BA-CD6A-4A62-99ED-1EB33C482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276600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rPr>
              <a:t>-&gt;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498A7B6-6F1E-43C1-B3CC-21B335E42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086100"/>
            <a:ext cx="20764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C2410C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020D8EE-90A2-4452-99B0-3A0DD83CE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257550"/>
            <a:ext cx="1733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C2410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C2410C"/>
                </a:solidFill>
                <a:latin typeface="Apple SD Gothic Neo"/>
                <a:ea typeface="Apple SD Gothic Neo"/>
                <a:cs typeface="Apple SD Gothic Neo"/>
              </a:rPr>
              <a:t>redepo_field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2958BC7-1EA6-420D-9DBB-8721BE9AF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562350"/>
            <a:ext cx="1733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>
                <a:solidFill>
                  <a:srgbClr val="10182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>
                <a:solidFill>
                  <a:srgbClr val="101828"/>
                </a:solidFill>
                <a:latin typeface="Apple SD Gothic Neo"/>
                <a:ea typeface="Apple SD Gothic Neo"/>
                <a:cs typeface="Apple SD Gothic Neo"/>
              </a:rPr>
              <a:t>다음 단계에서 추가할 재부착 항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FF69E9B-2C93-4208-9CF1-EEB3014D2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4305300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rPr>
              <a:t>-&gt;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50B50A2-CB54-48D8-8E85-1D4219D91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133850"/>
            <a:ext cx="20764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DFA"/>
          </a:solidFill>
          <a:ln xmlns:a="http://schemas.openxmlformats.org/drawingml/2006/main" w="9525">
            <a:solidFill>
              <a:srgbClr val="0F766E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9737281-9D2A-4CB2-8303-2752AE582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305300"/>
            <a:ext cx="1733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0F766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0F766E"/>
                </a:solidFill>
                <a:latin typeface="Apple SD Gothic Neo"/>
                <a:ea typeface="Apple SD Gothic Neo"/>
                <a:cs typeface="Apple SD Gothic Neo"/>
              </a:rPr>
              <a:t>net_growth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78B1F7D-2BBB-42D3-8A19-CCC7570B2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610100"/>
            <a:ext cx="1733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>
                <a:solidFill>
                  <a:srgbClr val="10182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>
                <a:solidFill>
                  <a:srgbClr val="101828"/>
                </a:solidFill>
                <a:latin typeface="Apple SD Gothic Neo"/>
                <a:ea typeface="Apple SD Gothic Neo"/>
                <a:cs typeface="Apple SD Gothic Neo"/>
              </a:rPr>
              <a:t>depo - sputter_raw + redepo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D737EE2-2B17-454C-A4AE-4D66A8786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333875"/>
            <a:ext cx="20383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EB7873E-B3AE-440B-8DA2-70E86D89F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45148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비교창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D656238-45D8-41DA-A2FA-0B8920724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5339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>
                <a:solidFill>
                  <a:srgbClr val="D1D5D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>
                <a:solidFill>
                  <a:srgbClr val="D1D5DB"/>
                </a:solidFill>
                <a:latin typeface="Apple SD Gothic Neo"/>
                <a:ea typeface="Apple SD Gothic Neo"/>
                <a:cs typeface="Apple SD Gothic Neo"/>
              </a:rPr>
              <a:t>4번 vs 1번 baseline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47732BD-33F2-4AEE-9DD2-A0FEF0257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55626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solidFill>
              <a:srgbClr val="D0D5DD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9D3B5D1-625D-40C6-BF6C-32C745EB8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571500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rPr>
              <a:t>의도적으로 제외: ion transmission, reflected ion, microtrenching, 기존 GapSim etch 재현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3E5ACF7-EAF0-47C2-A7F9-4889E6E64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solidFill>
              <a:srgbClr val="D0D5DD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84EC858-76B9-4AB0-BA7E-ED9E3C1C9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38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rPr>
              <a:t>Prep-only deck: redeposition physics brief and literature slide will be added after the next user instruction.</a:t>
            </a:r>
          </a:p>
        </p:txBody>
      </p:sp>
    </p:spTree>
    <p:extLst>
      <p:ext uri="{BB962C8B-B14F-4D97-AF65-F5344CB8AC3E}">
        <p14:creationId xmlns:p14="http://schemas.microsoft.com/office/powerpoint/2010/main" val="155800092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2026-05-05T07:04:12.5570000Z</dcterms:created>
  <dcterms:modified xsi:type="dcterms:W3CDTF">2026-05-05T07:04:12.5570000Z</dcterms:modified>
</coreProperties>
</file>